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8: Primeros Auxilios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Muy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del primer respondiente — alcance y límites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Estabilizar, no curar: ese es el límite claro de la función.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 dentro de la formación recibida, nunca más allá de ella.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inicial de la víctima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la escena — primero yo, luego la víctima.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conciencia y respiración (ABC).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del sistema de emergencias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exacta, estado de la víctima, tipo de ayuda requerida.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posponer la activación mientras se atiende a la persona.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Reanimación cardiopulmonar básica — pasos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ausencia de respiración normal.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Compresiones torácicas con la profundidad y ritmo correctos.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 con ventilaciones conforme al protocolo.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hemorragias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directa sobre la herida.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 del área afectada cuando sea posible.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heridas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básica sin manipular tejido profundo.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con material limpio hasta la llegada de apoyo médico.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Atragantamiento — maniobra de Heimlich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la persona no puede hablar ni toser.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compresiones abdominales conforme a la técnica.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fracturas e inmovilización básica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intentar acomodar o reducir una fractura.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Inmovilizar la zona afectada tal como se encuentra.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Convulsiones y pérdida de conciencia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la persona de golpes contra objetos cercanos.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sujetar ni introducir objetos en la boca.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NO intervenir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maniobra requerida excede la formación recibida.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intervenir representa un riesgo mayor que esperar apoyo especializado.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incidente médico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detección, acciones realizadas, hora de llegada del apoyo.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objetivo, sin opiniones personales.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inicial, activación de emergencias, maniobra correspondiente.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dentro de los límites de la formación recibida.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práctica en simulación integral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Kit de Capacitación — Curso 8: Primeros Auxilios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2026-07-19T18:08:01Z</dcterms:created>
  <dcterms:modified xsi:type="dcterms:W3CDTF">2026-07-19T18:08:01Z</dcterms:modified>
</cp:coreProperties>
</file>