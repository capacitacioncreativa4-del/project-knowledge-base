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18: Ética Profesional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Alta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ética como base de la confianza institucional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y el cliente confían en el criterio del guardia todos los días.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confianza se construye con decisiones pequeñas y consistentes.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éticos de la función de seguridad privada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Legalidad, objetividad, eficiencia, profesionalismo, honradez.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principio se aplica en decisiones cotidianas, no solo en grandes dilemas.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de interés — identificación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Situaciones donde un interés personal puede influir en una decisión profesional.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Reconocerlos a tiempo evita que se conviertan en un problema mayor.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Sobornos y favoritismos — señales de alerta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propina, un regalo o un favor pueden comprometer la objetividad.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compensación no autorizada debe aceptarse, por pequeña que parezca.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de la información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rutinas, vulnerabilidades — nunca se comparten fuera del trabajo.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confidencialidad no depende de la intención, sino del cuidado constante.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puede y qué no se puede compartir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Nunca: detalles operativos del sitio, ni siquiera con familiares.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Siempre: canalizar dudas sobre información sensible al supervisor.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ante presión o tentación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con cortesía y firmeza, sin necesidad de confrontación.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la situación es parte de actuar con integridad.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de la falta de ética profesional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Laborales, legales y reputacionales — para el guardia y para la empresa.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ética profesional también protege al propio guardia.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Legalidad, objetividad, honradez y confidencialidad en cada decisión.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ética se construye día a día, no solo en los grandes dilemas.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la evaluación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escrito (20 reactivos, 80% mínimo) + evaluación práctica en juegos de roles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Kit de Capacitación — Curso 18: Ética Profesional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2026-08-01T23:54:10Z</dcterms:created>
  <dcterms:modified xsi:type="dcterms:W3CDTF">2026-08-01T23:54:10Z</dcterms:modified>
</cp:coreProperties>
</file>