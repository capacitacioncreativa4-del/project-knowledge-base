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1: Inducción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institucional de bienvenida al personal de nuevo ingreso.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visión y valores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— [ texto institucional ]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— [ texto institucional ]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— [ texto institucional ]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interior — puntos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del personal operativo.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del personal operativo.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disciplinarios.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del marco jurídico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8229600" cy="50292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212848"/>
            <a:ext cx="740664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871216"/>
            <a:ext cx="658368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7121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Estatal (Morelos)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3529584"/>
            <a:ext cx="576072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52958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4187952"/>
            <a:ext cx="493776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879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EC0060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4846320"/>
            <a:ext cx="411480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846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internas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Federal de Seguridad Privada — puntos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Puntos clave a desarrollar por la empresa ]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Seguridad Privada de Morelos — puntos clave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la Inducción a la Seguridad Privada como materia obligatoria.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principios de actuación del personal operativo.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EC0060 — qué es y para qué sirve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Competencia "Vigilancia presencial de bienes y personas", que certifica las competencias operativas del personal de seguridad privada.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actuación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4937760" cy="100584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0" y="1645920"/>
            <a:ext cx="4937760" cy="100584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645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Objetividad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937760" cy="100584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Honradez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2926080"/>
            <a:ext cx="4937760" cy="100584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926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de género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— "El guardia y el paquete olvidado"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visitante deja un paquete sin reclamar en recepción. ¿Qué debe hacer el guardia?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y límites del puesto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puede hacer un guardia de nuevo ingreso.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puede hacer un guardia de nuevo ingreso.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internas de la empresa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Políticas específicas a desarrollar por la empresa cliente ]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institucional y marco jurídico.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actuación.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y límites del puesto.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el examen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final: 20 reactivos — mínimo aprobatorio 80%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Kit de Capacitación — Curso 1: Inducción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2026-07-19T04:33:50Z</dcterms:created>
  <dcterms:modified xsi:type="dcterms:W3CDTF">2026-07-19T04:33:50Z</dcterms:modified>
</cp:coreProperties>
</file>