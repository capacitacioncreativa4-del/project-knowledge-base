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11: Redacción de Informes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 (curso transversal)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como herramienta operativa y legal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trámite — es evidencia de lo que ocurrió realmente en el turno.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reporte protege tanto a la empresa como al propio guardia.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vs. opinión vs. interpretación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sujeto estaba agresivo" es opinión. "El sujeto gritó y golpeó la puerta" es hecho.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hechos observables tienen valor probatorio real.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bitácora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 ·  Hora  ·  Turno  ·  Novedades  ·  Firma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parte de novedades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 ·  Checkpoints  ·  Observaciones  ·  Anomalías  ·  Acciones tomadas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reporte de incidente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Fecha/Hora exacta  ·  Ubicación  ·  Personas involucradas  ·  Testigos  ·  Descripción cronológica  ·  Acciones tomadas  ·  Firma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cronológica — cómo ordenar los hechos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lo que ocurrió primero, sin saltos ni reordenamientos.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hecho con su hora exacta, cuando sea posible.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objetivo — palabras a evitar y recomendadas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"parecía", "probablemente", "seguramente".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Usar: "observé que", "el sujeto realizó", "se registró".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legal y probatorio del reporte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la única evidencia disponible ante una disputa legal.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reporte débil no protege a nadie, ni siquiera al propio guardia.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comparativo — reporte bien vs. mal redactado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"El sujeto parecía sospechoso y probablemente iba a robar."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"El sujeto permaneció 20 minutos cerca del área de mercancía sin realizar compras."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Hechos, orden cronológico, datos completos.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es la memoria oficial de lo ocurrido en el turno.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de producto (reporte redactado)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Kit de Capacitación — Curso 11: Redacción de Informes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2026-07-23T14:08:22Z</dcterms:created>
  <dcterms:modified xsi:type="dcterms:W3CDTF">2026-07-23T14:08:22Z</dcterms:modified>
</cp:coreProperties>
</file>