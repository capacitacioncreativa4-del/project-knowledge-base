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7: Prevención y Combate de Incendios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Capacitación para Personal Operativo de Seguridad Privada — Criticidad Alta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obligatorio este curso?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de Morelos exige el "ABC del Fuego" como materia obligatoria.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guardia sin esta formación no puede responder a un conato con seguridad.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triángulo/tetraedro del fuego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Combustible, oxígeno y calor — los elementos necesarios para el fuego.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uno de ellos apaga el fuego.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fuego (A, B, C, D, K)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3200400" cy="1188720"/>
          </a:xfrm>
          <a:prstGeom prst="roundRect">
            <a:avLst/>
          </a:prstGeom>
          <a:solidFill>
            <a:srgbClr val="E8ECE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A
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Sólidos comunes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389120" y="1645920"/>
            <a:ext cx="3200400" cy="1188720"/>
          </a:xfrm>
          <a:prstGeom prst="roundRect">
            <a:avLst/>
          </a:prstGeom>
          <a:solidFill>
            <a:srgbClr val="E8ECE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0" y="16459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B
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Líquidos inflamables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0"/>
            <a:ext cx="3200400" cy="1188720"/>
          </a:xfrm>
          <a:prstGeom prst="roundRect">
            <a:avLst/>
          </a:prstGeom>
          <a:solidFill>
            <a:srgbClr val="E8ECE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C
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eléctricos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3200400" cy="1188720"/>
          </a:xfrm>
          <a:prstGeom prst="roundRect">
            <a:avLst/>
          </a:prstGeom>
          <a:solidFill>
            <a:srgbClr val="E8ECE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
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Metales combustibles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89120" y="3108960"/>
            <a:ext cx="3200400" cy="1188720"/>
          </a:xfrm>
          <a:prstGeom prst="roundRect">
            <a:avLst/>
          </a:prstGeom>
          <a:solidFill>
            <a:srgbClr val="E8ECE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1089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K
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Aceites y grasas de cocina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extintores y su clase de fuego correspondiente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Agua: Clase A. Nunca en fuego eléctrico.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o polvo químico seco: Clase C (eléctrico).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PASS paso a paso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Jalar el seguro, Apuntar a la base del fuego, Oprimir la palanca, Barrer de lado a lado.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riesgos de incendio en el sitio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eléctricos, materiales inflamables, salidas bloqueadas.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periódico detecta riesgos antes de que se conviertan en incidentes.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evacuación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la alarma, guiar hacia las rutas señalizadas.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 al punto de reunión y realizar el conteo de personas.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y puntos de reunión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Deben conocerse de memoria, no improvisarse durante la emergencia.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señalización visible y libre de obstáculos.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con cuerpos de bomberos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exacta, tipo de incendio, personas en riesgo.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clara y completa desde el primer contacto.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combatir y cuándo evacuar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extintor no controla el fuego en los primeros segundos, se evacúa.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vida siempre tiene prioridad sobre los bienes.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Identificar, combatir si es posible, evacuar si no.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entre combatir y evacuar debe ser claro y respetado.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sobre la evaluación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escrito (20 reactivos, 80% mínimo) + evaluación práctica (extinción y evacuación)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Kit de Capacitación — Curso 7: Prevención y Combate de Incendios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2026-07-22T00:48:21Z</dcterms:created>
  <dcterms:modified xsi:type="dcterms:W3CDTF">2026-07-22T00:48:21Z</dcterms:modified>
</cp:coreProperties>
</file>