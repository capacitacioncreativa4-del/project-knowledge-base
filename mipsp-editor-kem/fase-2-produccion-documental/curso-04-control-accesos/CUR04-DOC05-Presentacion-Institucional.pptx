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4: Control de Accesos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Muy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accesos como primera línea de protección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donde se decide quién entra, qué entra y bajo qué condiciones.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procedimiento firme y consistente previene la mayoría de los incidentes de seguridad.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personas — tipos de documentos válidos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oficial vigente (INE, pasaporte, cédula profesional).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vigencia y coincidencia con la persona presente.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documental y autorizaciones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citas, órdenes de trabajo o invitaciones antes del ingreso.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autorización verbal sustituye al documento correspondiente.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visitantes — procedimiento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visitante se registra, sin excepción, incluso los frecuentes.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debe incluir datos completos y motivo de la visita.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ingreso/salida de bienes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bien que sale debe contar con documentación de respaldo.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la duda, se retiene y se consulta al supervisor.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objetos personales — técnica correcta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protocolo de inspección de forma consistente.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siempre un trato respetuoso durante la revisión.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vehículos — procedimiento paso a paso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exterior, interior y de compartimentos de carga.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cualquier hallazgo relevante.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sustancias y objetos prohibidos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reservado para catálogo ilustrado — se produce por separado 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internas del sitio/cliente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sitio puede tener reglas adicionales específicas.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debe conocerlas antes de iniciar funciones.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respetuoso durante el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Cordialidad y rigor no son opuestos — se pueden aplicar juntos.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nunca se flexibiliza por presión social.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situaciones difíciles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que se niega a ser revisado: negativa fundamentada de acceso.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externa sin cita: escalar siempre al supervisor.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Identificación, registro e inspección: el ciclo completo del control de accesos.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paso se omite por confianza, prisa o presión.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(90% mínimo de pasos correctos)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Kit de Capacitación — Curso 4: Control de Accesos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2026-07-19T17:52:21Z</dcterms:created>
  <dcterms:modified xsi:type="dcterms:W3CDTF">2026-07-19T17:52:21Z</dcterms:modified>
</cp:coreProperties>
</file>