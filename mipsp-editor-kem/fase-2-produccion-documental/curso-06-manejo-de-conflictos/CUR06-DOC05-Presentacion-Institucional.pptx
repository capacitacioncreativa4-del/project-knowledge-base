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MIPSP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6: Manejo de Conflictos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de Capacitación para Personal Operativo de Seguridad Privada — Criticidad Alta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conflicto como parte normal del servicio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fracaso — es una situación que el guardia sabe manejar.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nunca es ganar la discusión, sino resolver con seguridad.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de escalamiento de un conflicto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Tensión inicial, elevación del tono, confrontación abierta.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 etapa a tiempo permite intervenir antes de que escale.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asertiva — principios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Firme y respetuosa, sin pasividad ni agresividad.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sostiene la decisión correcta sin generar más tensión.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activa — técnicas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Parafrasear lo que dice la otra persona antes de responder.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emoción sin necesariamente validar la exigencia.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desescalamiento verbal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de voz bajo y firme.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que abren diálogo, no que confrontan.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corporal y manejo de distancia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abierta, manos visibles, distancia de seguridad.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comunica tanto como las palabras.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y cómo pedir apoyo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notar los primeros signos de alteración significativa.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apoyo a tiempo es buena práctica, no debilidad.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Proporcionalidad en la respuesta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de respuesta debe corresponder al nivel real de riesgo.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directamente con el Curso 12 — Uso de la Fuerza.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para los juegos de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Practicar primero en parejas de bajo riesgo emocional.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Avanzar gradualmente hacia los juegos de roles integradores.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cierre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332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Comunicación, escucha, distancia y proporcionalidad.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apoyo a tiempo es parte de la técnica, no una falla.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sobre la evaluación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escrito (20 reactivos, 80% mínimo) + evaluación práctica en juego de roles integrador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Kit de Capacitación — Curso 6: Manejo de Conflictos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MIPSP</dc:creator>
  <cp:lastModifiedBy>MIPSP</cp:lastModifiedBy>
  <cp:revision>1</cp:revision>
  <dcterms:created xsi:type="dcterms:W3CDTF">2026-07-21T09:49:18Z</dcterms:created>
  <dcterms:modified xsi:type="dcterms:W3CDTF">2026-07-21T09:49:18Z</dcterms:modified>
</cp:coreProperties>
</file>