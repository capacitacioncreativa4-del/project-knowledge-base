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14: Perspectiva de Género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Capacitación para Personal Operativo de Seguridad Privada — Criticidad Muy Alta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 una competencia operativa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solo un tema social — impacta directamente el desempeño diario del guardia.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manejo deficiente expone a la empresa a riesgos legales y reputacionales serios.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Repaso: conceptos de género y violencia de género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Género, estereotipo, discriminación por género.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ya vista en el Curso 3 — Derechos Humanos.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violencia de género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Física, psicológica, sexual, económica y patrimonial.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violencia psicológica es tan real como la física, aunque no deje marcas visibles.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sesgos propios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tenemos sesgos, aunque no seamos conscientes de ellos.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Reconocerlos es el primer paso para corregirlos, no una falta.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institucional de actuación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 sin juzgar ni minimizar.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Canalizar de inmediato al área correspondiente.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con perspectiva de género — qué decir y qué evitar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frases que minimicen ("eso es entre ustedes").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un lenguaje que valide la experiencia de la persona, sin emitir juicios.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canales de denuncia y apoyo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Humanos, supervisor de sitio, línea de denuncia institucional.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 razonable y protección contra represalias.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perspectiva de género mejora la seguridad de todos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beneficio exclusivo para un grupo — mejora el ambiente de todo el sitio.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 libre de sesgos es un servicio más objetivo y más seguro.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y cierre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Escuchar, no juzgar, canalizar.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neutralidad no es opción ante un reporte de violencia de género.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sobre la evaluación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escrito (20 reactivos, 80% mínimo) + evaluación práctica en juego de roles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Kit de Capacitación — Curso 14: Perspectiva de Género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MIPSP</dc:creator>
  <cp:lastModifiedBy>MIPSP</cp:lastModifiedBy>
  <cp:revision>1</cp:revision>
  <dcterms:created xsi:type="dcterms:W3CDTF">2026-07-20T23:34:03Z</dcterms:created>
  <dcterms:modified xsi:type="dcterms:W3CDTF">2026-07-20T23:34:03Z</dcterms:modified>
</cp:coreProperties>
</file>