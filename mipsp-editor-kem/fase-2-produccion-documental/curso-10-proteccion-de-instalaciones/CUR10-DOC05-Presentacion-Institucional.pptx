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10: Protección de Instalaciones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 — Criticidad Alta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protección integral: personas, tecnología y procedimientos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elemento por sí solo garantiza la protección de un sitio.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guardia es la pieza que integra los tres componentes.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pensar como intruso para identificar vulnerabilidades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dónde intentaría entrar alguien sin autorización?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ejercicio revela puntos débiles antes de que un intruso los use.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perimetral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Bardas, cercas, iluminación, vegetación.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debe revisarse periódicamente, no solo al instalarse.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puntos de acceso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Refuerzo en accesos vehiculares y peatonales.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puntos de acceso son el lugar de mayor concentración de riesgo.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apoyo tecnológico — alcances y límites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CCTV, sensores, control electrónico — apoyan pero no sustituyen la observación humana.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falla tecnológica debe reportarse de inmediato.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estratégicas — requisitos adicionales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solo cuando la modalidad del servicio lo requiere.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protocolos y capacitación adicionales, más allá del kit base.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respuesta ante intentos de intrusión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Detectar, reportar, mantener distancia, esperar apoyo.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confrontar solo a un intruso.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con autoridades externas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exacta, descripción de la situación, tipo de apoyo requerido.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clara desde el primer contacto.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análisis de vulnerabilidades de un sitio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croquis real: iluminación, accesos, puntos ciegos.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vulnerabilidad identificada debe tener una medida de mitigación propuesta.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como intruso para prevenir, actuar en equipo para responder.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una vulnerabilidad es tan importante como cualquier otra tarea operativa.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la evaluación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escrito (20 reactivos, 80% mínimo) + evaluación práctica en simulación de intrusión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Kit de Capacitación — Curso 10: Protección de Instalaciones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2026-07-22T10:43:33Z</dcterms:created>
  <dcterms:modified xsi:type="dcterms:W3CDTF">2026-07-22T10:43:33Z</dcterms:modified>
</cp:coreProperties>
</file>