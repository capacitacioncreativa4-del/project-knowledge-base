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MIPSP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822960" y="28803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AF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3: Derechos Humanos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" y="35204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F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de Capacitación para Personal Operativo de Seguridad Privada — Criticidad Muy Alta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este curso es obligatorio y anual?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332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Reglamento Federal exige capacitación anual en Derechos Humanos.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 curso recurrente, no un evento único en la carrera del guardia.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Derechos humanos fundamentales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332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Dignidad, integridad, no discriminación, debido proceso.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Aplican a toda persona, sin importar su conducta o apariencia.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Derechos humanos y función de seguridad privada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332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guardia interactúa con estos derechos en cada revisión, cada trato, cada decisión.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Respetarlos legitima y protege legalmente su propia actuación.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legítimo de la autoridad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332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Basado en procedimientos objetivos y protocolarios.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Aplicado por igual a todas las personas.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Abuso de autoridad — ejemplos y consecuencias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332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Actuar por prejuicio o percepción subjetiva, no por criterio objetivo.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Consecuencias legales, laborales y reputacionales para el guardia y la empresa.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Conceptos básicos de género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332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Género, estereotipo, discriminación por género.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necesaria para aplicar la perspectiva de género en el servicio.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Violencia de género — qué es y cómo identificarla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332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Física, psicológica, sexual, económica o patrimonial.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no ser evidente a simple vista.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Perspectiva de género en la atención a personas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332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Escuchar sin juzgar, sin minimizar.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el mismo respeto a todas las personas, reconociendo sus circunstancias.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Situaciones de riesgo en el servicio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332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con criterios subjetivos en vez de objetivos.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de violencia de género mal atendidos.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Canales de denuncia y protección a víctimas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332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Humanos, supervisor de sitio, línea de denuncia institucional.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Confidencialidad razonable y protección contra represalias.</a:t>
            </a:r>
            <a:endParaRPr lang="en-US" sz="1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y cierre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332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Objetividad, respeto y perspectiva de género en cada actuación.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respeto a los derechos humanos protege también al propio guardia.</a:t>
            </a:r>
            <a:endParaRPr lang="en-US" sz="1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774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sobre el examen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F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Examen final: 20 reactivos — mínimo aprobatorio 80% (curso recurrente, mínimo anual)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Kit de Capacitación — Curso 3: Derechos Humanos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MIPSP</dc:creator>
  <cp:lastModifiedBy>MIPSP</cp:lastModifiedBy>
  <cp:revision>1</cp:revision>
  <dcterms:created xsi:type="dcterms:W3CDTF">2026-07-19T23:06:44Z</dcterms:created>
  <dcterms:modified xsi:type="dcterms:W3CDTF">2026-07-19T23:06:44Z</dcterms:modified>
</cp:coreProperties>
</file>