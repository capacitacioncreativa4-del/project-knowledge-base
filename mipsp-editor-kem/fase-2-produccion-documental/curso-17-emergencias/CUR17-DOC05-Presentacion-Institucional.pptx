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17: Emergencias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Capacitación para Personal Operativo de Seguridad Privada — Criticidad Alta (curso integrador)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emergencia real rara vez es "de libro"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 vez sigue un solo protocolo aislado.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habilidad clave aquí es priorizar y coordinar, no solo ejecutar una técnica.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emergencias por tipo y gravedad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decidir qué protocolo o combinación de protocolos aplicar.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paso ante cualquier emergencia es clasificarla correctamente.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mando en una emergencia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737360"/>
            <a:ext cx="7315200" cy="594360"/>
          </a:xfrm>
          <a:prstGeom prst="rect">
            <a:avLst/>
          </a:prstGeom>
          <a:solidFill>
            <a:srgbClr val="1B3A5C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titular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0120" y="2560320"/>
            <a:ext cx="6492240" cy="594360"/>
          </a:xfrm>
          <a:prstGeom prst="rect">
            <a:avLst/>
          </a:prstGeom>
          <a:solidFill>
            <a:srgbClr val="E8ECEF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6032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Suplente predefinido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3383280"/>
            <a:ext cx="5669280" cy="594360"/>
          </a:xfrm>
          <a:prstGeom prst="rect">
            <a:avLst/>
          </a:prstGeom>
          <a:solidFill>
            <a:srgbClr val="E8ECEF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38328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operativo en sitio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durante la emergencia (repaso del Curso 9)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y disciplina de canal, incluso bajo presión.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coordinación de tareas simultáneas depende de una buena comunicación radial.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integrado: incendio, primeros auxilios, protección civil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enseña de nuevo la técnica — se practica cuándo aplicar cada una.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 conecta lo que antes se vio por separado.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abordar un escenario de emergencia múltiple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sismo que deriva en una persona lesionada.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tareas conforme a la cadena de mando, sin descuidar ninguna.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del simulacro integral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con al menos dos tipos de emergencia combinados.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de todo el equipo, cada quien en su rol.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"lecciones aprendidas"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breve inmediatamente después del simulacro o evento real.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importante como el simulacro mismo.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reporte posterior al evento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completa de decisiones tomadas durante la emergencia.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Vinculado directamente al Curso 11 — Redacción de Informes.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cierre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Clasificar, coordinar, comunicar, documentar.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preparación para lo inesperado es la meta de este curso.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sobre la evaluación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escrito (20 reactivos, 80% mínimo) + simulacro integral + reporte posterior al evento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Kit de Capacitación — Curso 17: Emergencias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MIPSP</dc:creator>
  <cp:lastModifiedBy>MIPSP</cp:lastModifiedBy>
  <cp:revision>1</cp:revision>
  <dcterms:created xsi:type="dcterms:W3CDTF">2026-07-28T07:14:47Z</dcterms:created>
  <dcterms:modified xsi:type="dcterms:W3CDTF">2026-07-28T07:14:47Z</dcterms:modified>
</cp:coreProperties>
</file>