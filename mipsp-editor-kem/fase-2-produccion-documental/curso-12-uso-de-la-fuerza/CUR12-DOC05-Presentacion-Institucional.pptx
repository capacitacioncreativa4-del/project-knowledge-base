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12: Uso de la Fuerza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Muy Alta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la fuerza como último recurso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solo cuando se han agotado las opciones previas.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es la primera respuesta ante una situación de tensión.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legal del uso de la fuerza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proporcionalidad establecido en la ley.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legal personal en cada nivel de fuerza aplicado.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escalera de decisión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8229600" cy="502920"/>
          </a:xfrm>
          <a:prstGeom prst="rect">
            <a:avLst/>
          </a:prstGeom>
          <a:solidFill>
            <a:srgbClr val="E8ECE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asertiva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2212848"/>
            <a:ext cx="7406640" cy="502920"/>
          </a:xfrm>
          <a:prstGeom prst="rect">
            <a:avLst/>
          </a:prstGeom>
          <a:solidFill>
            <a:srgbClr val="E8ECE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1284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Desescalamiento verbal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871216"/>
            <a:ext cx="6583680" cy="502920"/>
          </a:xfrm>
          <a:prstGeom prst="rect">
            <a:avLst/>
          </a:prstGeom>
          <a:solidFill>
            <a:srgbClr val="E8ECE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87121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distancia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3529584"/>
            <a:ext cx="5760720" cy="502920"/>
          </a:xfrm>
          <a:prstGeom prst="rect">
            <a:avLst/>
          </a:prstGeom>
          <a:solidFill>
            <a:srgbClr val="1B3A5C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52958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 (solo si es indispensable)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 de orden cerrado — fundamentos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y control de grupo, no técnica de sometimiento individual.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el manejo ordenado de eventos con múltiples personas.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básicas de contención — principios de seguridad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siempre con el mínimo nivel de fuerza necesario.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física de ambas partes como prioridad absoluta.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detener la contención y pedir apoyo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contención cesa en el momento en que la persona deja de resistirse.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a tiempo evita convertir una contención proporcional en excesiva.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legales del uso excesivo de la fuerza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personal del guardia, además de institucional.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documentación adecuada es la mejor defensa ante un cuestionamiento legal.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fuerza es el último escalón, nunca el primero.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Proporcionalidad, seguridad y documentación en cada actuación.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la evaluación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escrito (20 reactivos, 80% mínimo) + evaluación práctica en simulación integral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Kit de Capacitación — Curso 12: Uso de la Fuerza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2026-07-20T04:05:01Z</dcterms:created>
  <dcterms:modified xsi:type="dcterms:W3CDTF">2026-07-20T04:05:01Z</dcterms:modified>
</cp:coreProperties>
</file>