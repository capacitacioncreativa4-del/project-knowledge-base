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LOGOTIPO INSTITUCIONAL ]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210312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MIPSP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640080" y="32461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Integral para la Profesionalización de la Seguridad Privada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3977640"/>
            <a:ext cx="5486400" cy="18288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42976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Título de la presentación ]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Curso o tema relacionado, si aplica ]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61264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Versión: [ v1.0 ]     Fecha: [ AAAA-MM-DD ]     Código: [ CÓDIGO ]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945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F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Número ]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822960" y="274320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Título de la sección ]</a:t>
            </a:r>
            <a:endParaRPr lang="en-US" sz="4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Título del contenido ]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1463040"/>
            <a:ext cx="1033272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punto clave del contenido.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Segundo punto, con el mismo nivel jerárquico.</a:t>
            </a:r>
            <a:endParaRPr lang="en-US" sz="2000" dirty="0"/>
          </a:p>
          <a:p>
            <a:pPr lvl="1" marL="508000" indent="-2540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Subpunto de apoyo o detalle.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Tercer punto clave.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Título de la tabla ]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554480"/>
          <a:ext cx="10332720" cy="914400"/>
        </p:xfrm>
        <a:graphic>
          <a:graphicData uri="http://schemas.openxmlformats.org/drawingml/2006/table">
            <a:tbl>
              <a:tblPr/>
              <a:tblGrid>
                <a:gridCol w="4846320"/>
                <a:gridCol w="3200400"/>
                <a:gridCol w="2286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Familia documental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Color institucional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Código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Operaciones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Jurídico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Gris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Protección Civil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Rojo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documental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645920"/>
          <a:ext cx="77724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5029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Elaboró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Nombre / rol ]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Versión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v1.0 ]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Clasificación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Uso interno / Confidencial / Público ]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40080" y="63093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MIPSP — Kit Editorial Maestro (KEM), Fase 1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Modelo Integral para la Profesionalización de la Seguridad Privada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MIPSP</dc:creator>
  <cp:lastModifiedBy>MIPSP</cp:lastModifiedBy>
  <cp:revision>1</cp:revision>
  <dcterms:created xsi:type="dcterms:W3CDTF">2026-07-18T18:42:26Z</dcterms:created>
  <dcterms:modified xsi:type="dcterms:W3CDTF">2026-07-18T18:42:26Z</dcterms:modified>
</cp:coreProperties>
</file>